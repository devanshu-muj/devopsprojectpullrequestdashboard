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70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Request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Project</a:t>
            </a:r>
          </a:p>
          <a:p>
            <a:r>
              <a:t>Devanshu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dashboard to monitor GitHub pull requests using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PRs</a:t>
            </a:r>
          </a:p>
          <a:p>
            <a:r>
              <a:t>• Use GitHub API</a:t>
            </a:r>
          </a:p>
          <a:p>
            <a:r>
              <a:t>• Implement Docker</a:t>
            </a:r>
          </a:p>
          <a:p>
            <a:r>
              <a:t>• Demonstrate DevOps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(Flask)</a:t>
            </a:r>
          </a:p>
          <a:p>
            <a:r>
              <a:t>HTML/CSS</a:t>
            </a:r>
          </a:p>
          <a:p>
            <a:r>
              <a:t>Docker</a:t>
            </a:r>
          </a:p>
          <a:p>
            <a:r>
              <a:t>GitHub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Flask → GitHub API → Response →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repo details</a:t>
            </a:r>
          </a:p>
          <a:p>
            <a:r>
              <a:t>• View PRs</a:t>
            </a:r>
          </a:p>
          <a:p>
            <a:r>
              <a:t>• Shows PR count</a:t>
            </a:r>
          </a:p>
          <a:p>
            <a:r>
              <a:t>• Works for any public 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Enter username</a:t>
            </a:r>
          </a:p>
          <a:p>
            <a:r>
              <a:t>2. Enter repo</a:t>
            </a:r>
          </a:p>
          <a:p>
            <a:r>
              <a:t>3. Fetch PRs</a:t>
            </a:r>
          </a:p>
          <a:p>
            <a:r>
              <a:t>4. View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Containerized app</a:t>
            </a:r>
          </a:p>
          <a:p>
            <a:r>
              <a:t>Runs on any system</a:t>
            </a:r>
          </a:p>
          <a:p>
            <a:r>
              <a:t>Easy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data</a:t>
            </a:r>
          </a:p>
          <a:p>
            <a:r>
              <a:t>• Easy monitoring</a:t>
            </a:r>
          </a:p>
          <a:p>
            <a:r>
              <a:t>• Portable</a:t>
            </a:r>
          </a:p>
          <a:p>
            <a:r>
              <a:t>• Simple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 repos only</a:t>
            </a:r>
          </a:p>
          <a:p>
            <a:r>
              <a:t>• API limits</a:t>
            </a:r>
          </a:p>
          <a:p>
            <a:r>
              <a:t>• No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authentication</a:t>
            </a:r>
          </a:p>
          <a:p>
            <a:r>
              <a:t>• Charts</a:t>
            </a:r>
          </a:p>
          <a:p>
            <a:r>
              <a:t>• CI/CD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8FC0-12D8-62AE-D56F-840530CA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ScreenShots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C0452-1DCE-5AA1-A45A-225DAFDC1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118"/>
            <a:ext cx="9144000" cy="4195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343EA-C81E-5335-CBB1-C22658F41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975"/>
            <a:ext cx="91440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8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970A6-387D-BDC9-E03F-0A3798FB6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64"/>
            <a:ext cx="9144000" cy="658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4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5693E8-E765-A60D-0B96-D619968F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118"/>
            <a:ext cx="9144000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9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DevOps concepts using real-world GitHub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147</Words>
  <Application>Microsoft Office PowerPoint</Application>
  <PresentationFormat>On-screen Show (4:3)</PresentationFormat>
  <Paragraphs>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Pull Request Dashboard</vt:lpstr>
      <vt:lpstr>Introduction</vt:lpstr>
      <vt:lpstr>Objective</vt:lpstr>
      <vt:lpstr>Technologies Used</vt:lpstr>
      <vt:lpstr>System Architecture</vt:lpstr>
      <vt:lpstr>Features</vt:lpstr>
      <vt:lpstr>Demo Workflow</vt:lpstr>
      <vt:lpstr>Docker Implementation</vt:lpstr>
      <vt:lpstr>Advantages</vt:lpstr>
      <vt:lpstr>Limitations</vt:lpstr>
      <vt:lpstr>Future Enhancements</vt:lpstr>
      <vt:lpstr>ScreenShots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[BTECH-005-2023-24] DEVANSHU SHARMA</cp:lastModifiedBy>
  <cp:revision>2</cp:revision>
  <dcterms:created xsi:type="dcterms:W3CDTF">2013-01-27T09:14:16Z</dcterms:created>
  <dcterms:modified xsi:type="dcterms:W3CDTF">2026-03-20T06:05:30Z</dcterms:modified>
  <cp:category/>
</cp:coreProperties>
</file>